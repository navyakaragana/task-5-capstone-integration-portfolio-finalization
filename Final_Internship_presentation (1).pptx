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2"/>
            <p14:sldId id="260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custSel addSld delSld modSld addSection modSection">
      <pc:chgData name="Naga Venkata Sasi Kumar Avala" userId="51ad0964f9c9ac42" providerId="LiveId" clId="{AF13C41C-89D5-4E9C-B406-90658D3829B4}" dt="2026-03-11T14:51:56.840" v="420" actId="20577"/>
      <pc:docMkLst>
        <pc:docMk/>
      </pc:docMkLst>
      <pc:sldChg chg="addSp delSp modSp new mod">
        <pc:chgData name="Naga Venkata Sasi Kumar Avala" userId="51ad0964f9c9ac42" providerId="LiveId" clId="{AF13C41C-89D5-4E9C-B406-90658D3829B4}" dt="2026-03-11T13:36:25.284" v="130" actId="1076"/>
        <pc:sldMkLst>
          <pc:docMk/>
          <pc:sldMk cId="2294353416" sldId="256"/>
        </pc:sldMkLst>
        <pc:spChg chg="del">
          <ac:chgData name="Naga Venkata Sasi Kumar Avala" userId="51ad0964f9c9ac42" providerId="LiveId" clId="{AF13C41C-89D5-4E9C-B406-90658D3829B4}" dt="2026-03-11T13:28:00.840" v="2" actId="21"/>
          <ac:spMkLst>
            <pc:docMk/>
            <pc:sldMk cId="2294353416" sldId="256"/>
            <ac:spMk id="2" creationId="{C3F70304-63C6-B5D0-1C80-8ECA68EF25F3}"/>
          </ac:spMkLst>
        </pc:spChg>
        <pc:spChg chg="del">
          <ac:chgData name="Naga Venkata Sasi Kumar Avala" userId="51ad0964f9c9ac42" providerId="LiveId" clId="{AF13C41C-89D5-4E9C-B406-90658D3829B4}" dt="2026-03-11T13:28:03.731" v="3" actId="21"/>
          <ac:spMkLst>
            <pc:docMk/>
            <pc:sldMk cId="2294353416" sldId="256"/>
            <ac:spMk id="3" creationId="{634FB382-F74F-049C-FF12-66C394017C26}"/>
          </ac:spMkLst>
        </pc:spChg>
        <pc:spChg chg="add mod">
          <ac:chgData name="Naga Venkata Sasi Kumar Avala" userId="51ad0964f9c9ac42" providerId="LiveId" clId="{AF13C41C-89D5-4E9C-B406-90658D3829B4}" dt="2026-03-11T13:35:08.294" v="66" actId="14100"/>
          <ac:spMkLst>
            <pc:docMk/>
            <pc:sldMk cId="2294353416" sldId="256"/>
            <ac:spMk id="4" creationId="{38AD5DAA-294B-050F-EF44-C6CD8640934D}"/>
          </ac:spMkLst>
        </pc:spChg>
        <pc:spChg chg="add mod">
          <ac:chgData name="Naga Venkata Sasi Kumar Avala" userId="51ad0964f9c9ac42" providerId="LiveId" clId="{AF13C41C-89D5-4E9C-B406-90658D3829B4}" dt="2026-03-11T13:35:52.799" v="97" actId="1076"/>
          <ac:spMkLst>
            <pc:docMk/>
            <pc:sldMk cId="2294353416" sldId="256"/>
            <ac:spMk id="5" creationId="{691EF995-03D0-D5C3-DCE4-235EE740E3CA}"/>
          </ac:spMkLst>
        </pc:spChg>
        <pc:spChg chg="add mod">
          <ac:chgData name="Naga Venkata Sasi Kumar Avala" userId="51ad0964f9c9ac42" providerId="LiveId" clId="{AF13C41C-89D5-4E9C-B406-90658D3829B4}" dt="2026-03-11T13:36:25.284" v="130" actId="1076"/>
          <ac:spMkLst>
            <pc:docMk/>
            <pc:sldMk cId="2294353416" sldId="256"/>
            <ac:spMk id="6" creationId="{2417B251-80DC-4D50-776F-DB22FF70CF2C}"/>
          </ac:spMkLst>
        </pc:spChg>
      </pc:sldChg>
      <pc:sldChg chg="addSp delSp modSp add mod">
        <pc:chgData name="Naga Venkata Sasi Kumar Avala" userId="51ad0964f9c9ac42" providerId="LiveId" clId="{AF13C41C-89D5-4E9C-B406-90658D3829B4}" dt="2026-03-11T13:48:38.722" v="180" actId="255"/>
        <pc:sldMkLst>
          <pc:docMk/>
          <pc:sldMk cId="2113411600" sldId="257"/>
        </pc:sldMkLst>
        <pc:spChg chg="add mod">
          <ac:chgData name="Naga Venkata Sasi Kumar Avala" userId="51ad0964f9c9ac42" providerId="LiveId" clId="{AF13C41C-89D5-4E9C-B406-90658D3829B4}" dt="2026-03-11T13:48:38.722" v="180" actId="255"/>
          <ac:spMkLst>
            <pc:docMk/>
            <pc:sldMk cId="2113411600" sldId="257"/>
            <ac:spMk id="2" creationId="{4333A71A-93A7-44A7-F4AC-FBD650075E1E}"/>
          </ac:spMkLst>
        </pc:spChg>
        <pc:spChg chg="add mod">
          <ac:chgData name="Naga Venkata Sasi Kumar Avala" userId="51ad0964f9c9ac42" providerId="LiveId" clId="{AF13C41C-89D5-4E9C-B406-90658D3829B4}" dt="2026-03-11T13:48:28.680" v="179" actId="1076"/>
          <ac:spMkLst>
            <pc:docMk/>
            <pc:sldMk cId="2113411600" sldId="257"/>
            <ac:spMk id="3" creationId="{633E6F0A-0B41-30EB-FE64-EFF6DD1B98B8}"/>
          </ac:spMkLst>
        </pc:spChg>
        <pc:spChg chg="del">
          <ac:chgData name="Naga Venkata Sasi Kumar Avala" userId="51ad0964f9c9ac42" providerId="LiveId" clId="{AF13C41C-89D5-4E9C-B406-90658D3829B4}" dt="2026-03-11T13:41:41.738" v="132" actId="478"/>
          <ac:spMkLst>
            <pc:docMk/>
            <pc:sldMk cId="2113411600" sldId="257"/>
            <ac:spMk id="4" creationId="{1D6F6A31-10BB-3BD3-5EDE-5FF14E430FD5}"/>
          </ac:spMkLst>
        </pc:spChg>
        <pc:spChg chg="del">
          <ac:chgData name="Naga Venkata Sasi Kumar Avala" userId="51ad0964f9c9ac42" providerId="LiveId" clId="{AF13C41C-89D5-4E9C-B406-90658D3829B4}" dt="2026-03-11T13:41:44.901" v="133" actId="478"/>
          <ac:spMkLst>
            <pc:docMk/>
            <pc:sldMk cId="2113411600" sldId="257"/>
            <ac:spMk id="5" creationId="{3B32EBFD-AAD9-C43F-D41B-E3031FA58700}"/>
          </ac:spMkLst>
        </pc:spChg>
        <pc:spChg chg="del">
          <ac:chgData name="Naga Venkata Sasi Kumar Avala" userId="51ad0964f9c9ac42" providerId="LiveId" clId="{AF13C41C-89D5-4E9C-B406-90658D3829B4}" dt="2026-03-11T13:41:47.821" v="134" actId="478"/>
          <ac:spMkLst>
            <pc:docMk/>
            <pc:sldMk cId="2113411600" sldId="257"/>
            <ac:spMk id="6" creationId="{1E9EF8E7-A31D-D500-4285-9E94288AD041}"/>
          </ac:spMkLst>
        </pc:spChg>
      </pc:sldChg>
      <pc:sldChg chg="add del">
        <pc:chgData name="Naga Venkata Sasi Kumar Avala" userId="51ad0964f9c9ac42" providerId="LiveId" clId="{AF13C41C-89D5-4E9C-B406-90658D3829B4}" dt="2026-03-11T13:28:25.833" v="21" actId="2890"/>
        <pc:sldMkLst>
          <pc:docMk/>
          <pc:sldMk cId="2753968299" sldId="257"/>
        </pc:sldMkLst>
      </pc:sldChg>
      <pc:sldChg chg="addSp modSp add mod">
        <pc:chgData name="Naga Venkata Sasi Kumar Avala" userId="51ad0964f9c9ac42" providerId="LiveId" clId="{AF13C41C-89D5-4E9C-B406-90658D3829B4}" dt="2026-03-11T13:52:28.897" v="245" actId="20577"/>
        <pc:sldMkLst>
          <pc:docMk/>
          <pc:sldMk cId="780600468" sldId="258"/>
        </pc:sldMkLst>
        <pc:spChg chg="add mod">
          <ac:chgData name="Naga Venkata Sasi Kumar Avala" userId="51ad0964f9c9ac42" providerId="LiveId" clId="{AF13C41C-89D5-4E9C-B406-90658D3829B4}" dt="2026-03-11T13:50:17.556" v="201" actId="255"/>
          <ac:spMkLst>
            <pc:docMk/>
            <pc:sldMk cId="780600468" sldId="258"/>
            <ac:spMk id="2" creationId="{2720CF6E-B13E-B447-900A-EE7B561604B4}"/>
          </ac:spMkLst>
        </pc:spChg>
        <pc:spChg chg="add mod">
          <ac:chgData name="Naga Venkata Sasi Kumar Avala" userId="51ad0964f9c9ac42" providerId="LiveId" clId="{AF13C41C-89D5-4E9C-B406-90658D3829B4}" dt="2026-03-11T13:51:21.696" v="227" actId="1076"/>
          <ac:spMkLst>
            <pc:docMk/>
            <pc:sldMk cId="780600468" sldId="258"/>
            <ac:spMk id="3" creationId="{3C093262-84A0-4B42-B506-340EEE8CEF59}"/>
          </ac:spMkLst>
        </pc:spChg>
        <pc:spChg chg="add mod">
          <ac:chgData name="Naga Venkata Sasi Kumar Avala" userId="51ad0964f9c9ac42" providerId="LiveId" clId="{AF13C41C-89D5-4E9C-B406-90658D3829B4}" dt="2026-03-11T13:52:28.897" v="245" actId="20577"/>
          <ac:spMkLst>
            <pc:docMk/>
            <pc:sldMk cId="780600468" sldId="258"/>
            <ac:spMk id="4" creationId="{7DF42358-31D5-F2D3-3722-554ED6360FBB}"/>
          </ac:spMkLst>
        </pc:spChg>
      </pc:sldChg>
      <pc:sldChg chg="add del">
        <pc:chgData name="Naga Venkata Sasi Kumar Avala" userId="51ad0964f9c9ac42" providerId="LiveId" clId="{AF13C41C-89D5-4E9C-B406-90658D3829B4}" dt="2026-03-11T13:28:25.334" v="20" actId="2890"/>
        <pc:sldMkLst>
          <pc:docMk/>
          <pc:sldMk cId="1212681641" sldId="258"/>
        </pc:sldMkLst>
      </pc:sldChg>
      <pc:sldChg chg="addSp modSp add mod">
        <pc:chgData name="Naga Venkata Sasi Kumar Avala" userId="51ad0964f9c9ac42" providerId="LiveId" clId="{AF13C41C-89D5-4E9C-B406-90658D3829B4}" dt="2026-03-11T13:55:30.529" v="268"/>
        <pc:sldMkLst>
          <pc:docMk/>
          <pc:sldMk cId="902211303" sldId="259"/>
        </pc:sldMkLst>
        <pc:spChg chg="add mod">
          <ac:chgData name="Naga Venkata Sasi Kumar Avala" userId="51ad0964f9c9ac42" providerId="LiveId" clId="{AF13C41C-89D5-4E9C-B406-90658D3829B4}" dt="2026-03-11T13:52:50.239" v="248" actId="20577"/>
          <ac:spMkLst>
            <pc:docMk/>
            <pc:sldMk cId="902211303" sldId="259"/>
            <ac:spMk id="2" creationId="{9AF63397-986A-4901-DC14-3302949B830E}"/>
          </ac:spMkLst>
        </pc:spChg>
        <pc:spChg chg="add mod">
          <ac:chgData name="Naga Venkata Sasi Kumar Avala" userId="51ad0964f9c9ac42" providerId="LiveId" clId="{AF13C41C-89D5-4E9C-B406-90658D3829B4}" dt="2026-03-11T13:53:35.542" v="252" actId="1076"/>
          <ac:spMkLst>
            <pc:docMk/>
            <pc:sldMk cId="902211303" sldId="259"/>
            <ac:spMk id="3" creationId="{7A16B109-8A3B-5A27-2F4A-86319036A21B}"/>
          </ac:spMkLst>
        </pc:spChg>
        <pc:spChg chg="add mod">
          <ac:chgData name="Naga Venkata Sasi Kumar Avala" userId="51ad0964f9c9ac42" providerId="LiveId" clId="{AF13C41C-89D5-4E9C-B406-90658D3829B4}" dt="2026-03-11T13:55:30.529" v="268"/>
          <ac:spMkLst>
            <pc:docMk/>
            <pc:sldMk cId="902211303" sldId="259"/>
            <ac:spMk id="4" creationId="{8D9BC5E4-D835-4AD1-7442-C59B5EC44711}"/>
          </ac:spMkLst>
        </pc:spChg>
      </pc:sldChg>
      <pc:sldChg chg="add del">
        <pc:chgData name="Naga Venkata Sasi Kumar Avala" userId="51ad0964f9c9ac42" providerId="LiveId" clId="{AF13C41C-89D5-4E9C-B406-90658D3829B4}" dt="2026-03-11T13:28:25.134" v="19" actId="2890"/>
        <pc:sldMkLst>
          <pc:docMk/>
          <pc:sldMk cId="2818940127" sldId="259"/>
        </pc:sldMkLst>
      </pc:sldChg>
      <pc:sldChg chg="add del">
        <pc:chgData name="Naga Venkata Sasi Kumar Avala" userId="51ad0964f9c9ac42" providerId="LiveId" clId="{AF13C41C-89D5-4E9C-B406-90658D3829B4}" dt="2026-03-11T13:28:24.979" v="18" actId="2890"/>
        <pc:sldMkLst>
          <pc:docMk/>
          <pc:sldMk cId="115735132" sldId="260"/>
        </pc:sldMkLst>
      </pc:sldChg>
      <pc:sldChg chg="addSp modSp add mod">
        <pc:chgData name="Naga Venkata Sasi Kumar Avala" userId="51ad0964f9c9ac42" providerId="LiveId" clId="{AF13C41C-89D5-4E9C-B406-90658D3829B4}" dt="2026-03-11T14:02:56.683" v="289"/>
        <pc:sldMkLst>
          <pc:docMk/>
          <pc:sldMk cId="1564665483" sldId="260"/>
        </pc:sldMkLst>
        <pc:spChg chg="add mod">
          <ac:chgData name="Naga Venkata Sasi Kumar Avala" userId="51ad0964f9c9ac42" providerId="LiveId" clId="{AF13C41C-89D5-4E9C-B406-90658D3829B4}" dt="2026-03-11T14:00:12.222" v="271" actId="20577"/>
          <ac:spMkLst>
            <pc:docMk/>
            <pc:sldMk cId="1564665483" sldId="260"/>
            <ac:spMk id="2" creationId="{EC150FF2-FD69-9CE6-AA06-967885108B5B}"/>
          </ac:spMkLst>
        </pc:spChg>
        <pc:spChg chg="add mod">
          <ac:chgData name="Naga Venkata Sasi Kumar Avala" userId="51ad0964f9c9ac42" providerId="LiveId" clId="{AF13C41C-89D5-4E9C-B406-90658D3829B4}" dt="2026-03-11T14:00:46.507" v="273"/>
          <ac:spMkLst>
            <pc:docMk/>
            <pc:sldMk cId="1564665483" sldId="260"/>
            <ac:spMk id="3" creationId="{D26AA251-3079-89B1-2A2F-B3CC7A0B45E2}"/>
          </ac:spMkLst>
        </pc:spChg>
        <pc:spChg chg="add mod">
          <ac:chgData name="Naga Venkata Sasi Kumar Avala" userId="51ad0964f9c9ac42" providerId="LiveId" clId="{AF13C41C-89D5-4E9C-B406-90658D3829B4}" dt="2026-03-11T14:02:56.683" v="289"/>
          <ac:spMkLst>
            <pc:docMk/>
            <pc:sldMk cId="1564665483" sldId="260"/>
            <ac:spMk id="4" creationId="{B22F3F0E-86C5-2AEE-47A7-A9A33ADA49BF}"/>
          </ac:spMkLst>
        </pc:spChg>
      </pc:sldChg>
      <pc:sldChg chg="add del">
        <pc:chgData name="Naga Venkata Sasi Kumar Avala" userId="51ad0964f9c9ac42" providerId="LiveId" clId="{AF13C41C-89D5-4E9C-B406-90658D3829B4}" dt="2026-03-11T13:28:24.781" v="17" actId="2890"/>
        <pc:sldMkLst>
          <pc:docMk/>
          <pc:sldMk cId="753418910" sldId="261"/>
        </pc:sldMkLst>
      </pc:sldChg>
      <pc:sldChg chg="addSp modSp add del mod modAnim">
        <pc:chgData name="Naga Venkata Sasi Kumar Avala" userId="51ad0964f9c9ac42" providerId="LiveId" clId="{AF13C41C-89D5-4E9C-B406-90658D3829B4}" dt="2026-03-11T14:18:31.615" v="418" actId="2696"/>
        <pc:sldMkLst>
          <pc:docMk/>
          <pc:sldMk cId="1700398375" sldId="261"/>
        </pc:sldMkLst>
        <pc:spChg chg="add mod">
          <ac:chgData name="Naga Venkata Sasi Kumar Avala" userId="51ad0964f9c9ac42" providerId="LiveId" clId="{AF13C41C-89D5-4E9C-B406-90658D3829B4}" dt="2026-03-11T14:03:48.875" v="326" actId="20577"/>
          <ac:spMkLst>
            <pc:docMk/>
            <pc:sldMk cId="1700398375" sldId="261"/>
            <ac:spMk id="2" creationId="{CA9022F0-0A50-014D-E67D-02CA9E8B47F1}"/>
          </ac:spMkLst>
        </pc:spChg>
        <pc:picChg chg="add mod">
          <ac:chgData name="Naga Venkata Sasi Kumar Avala" userId="51ad0964f9c9ac42" providerId="LiveId" clId="{AF13C41C-89D5-4E9C-B406-90658D3829B4}" dt="2026-03-11T14:05:57.818" v="331" actId="1076"/>
          <ac:picMkLst>
            <pc:docMk/>
            <pc:sldMk cId="1700398375" sldId="261"/>
            <ac:picMk id="3" creationId="{696F2C75-FC23-3B3D-A5DD-4C45985342E0}"/>
          </ac:picMkLst>
        </pc:picChg>
      </pc:sldChg>
      <pc:sldChg chg="addSp modSp add mod">
        <pc:chgData name="Naga Venkata Sasi Kumar Avala" userId="51ad0964f9c9ac42" providerId="LiveId" clId="{AF13C41C-89D5-4E9C-B406-90658D3829B4}" dt="2026-03-11T14:51:56.840" v="420" actId="20577"/>
        <pc:sldMkLst>
          <pc:docMk/>
          <pc:sldMk cId="622820703" sldId="262"/>
        </pc:sldMkLst>
        <pc:spChg chg="add mod">
          <ac:chgData name="Naga Venkata Sasi Kumar Avala" userId="51ad0964f9c9ac42" providerId="LiveId" clId="{AF13C41C-89D5-4E9C-B406-90658D3829B4}" dt="2026-03-11T14:51:56.840" v="420" actId="20577"/>
          <ac:spMkLst>
            <pc:docMk/>
            <pc:sldMk cId="622820703" sldId="262"/>
            <ac:spMk id="2" creationId="{2D50DBA3-590F-7779-7DCD-BDE9672F0368}"/>
          </ac:spMkLst>
        </pc:spChg>
        <pc:spChg chg="add mod">
          <ac:chgData name="Naga Venkata Sasi Kumar Avala" userId="51ad0964f9c9ac42" providerId="LiveId" clId="{AF13C41C-89D5-4E9C-B406-90658D3829B4}" dt="2026-03-11T14:09:01.504" v="336" actId="1076"/>
          <ac:spMkLst>
            <pc:docMk/>
            <pc:sldMk cId="622820703" sldId="262"/>
            <ac:spMk id="3" creationId="{53335ED9-E6C7-9A40-D2BC-E16A339095D1}"/>
          </ac:spMkLst>
        </pc:spChg>
        <pc:spChg chg="add mod">
          <ac:chgData name="Naga Venkata Sasi Kumar Avala" userId="51ad0964f9c9ac42" providerId="LiveId" clId="{AF13C41C-89D5-4E9C-B406-90658D3829B4}" dt="2026-03-11T14:11:48.165" v="344"/>
          <ac:spMkLst>
            <pc:docMk/>
            <pc:sldMk cId="622820703" sldId="262"/>
            <ac:spMk id="4" creationId="{0C77ED33-9924-F4BA-0C4C-8830C29D7833}"/>
          </ac:spMkLst>
        </pc:spChg>
      </pc:sldChg>
      <pc:sldChg chg="add del">
        <pc:chgData name="Naga Venkata Sasi Kumar Avala" userId="51ad0964f9c9ac42" providerId="LiveId" clId="{AF13C41C-89D5-4E9C-B406-90658D3829B4}" dt="2026-03-11T13:28:24.584" v="16" actId="2890"/>
        <pc:sldMkLst>
          <pc:docMk/>
          <pc:sldMk cId="741627166" sldId="262"/>
        </pc:sldMkLst>
      </pc:sldChg>
      <pc:sldChg chg="addSp modSp add mod">
        <pc:chgData name="Naga Venkata Sasi Kumar Avala" userId="51ad0964f9c9ac42" providerId="LiveId" clId="{AF13C41C-89D5-4E9C-B406-90658D3829B4}" dt="2026-03-11T14:15:09.084" v="417" actId="20577"/>
        <pc:sldMkLst>
          <pc:docMk/>
          <pc:sldMk cId="111468193" sldId="263"/>
        </pc:sldMkLst>
        <pc:spChg chg="add mod">
          <ac:chgData name="Naga Venkata Sasi Kumar Avala" userId="51ad0964f9c9ac42" providerId="LiveId" clId="{AF13C41C-89D5-4E9C-B406-90658D3829B4}" dt="2026-03-11T14:12:55.579" v="364" actId="255"/>
          <ac:spMkLst>
            <pc:docMk/>
            <pc:sldMk cId="111468193" sldId="263"/>
            <ac:spMk id="2" creationId="{4911476E-978B-FA87-A847-FDB3FA5B41FF}"/>
          </ac:spMkLst>
        </pc:spChg>
        <pc:spChg chg="add mod">
          <ac:chgData name="Naga Venkata Sasi Kumar Avala" userId="51ad0964f9c9ac42" providerId="LiveId" clId="{AF13C41C-89D5-4E9C-B406-90658D3829B4}" dt="2026-03-11T14:14:02.165" v="383" actId="20577"/>
          <ac:spMkLst>
            <pc:docMk/>
            <pc:sldMk cId="111468193" sldId="263"/>
            <ac:spMk id="3" creationId="{238457AB-73B0-682F-F62F-CE496F4C099B}"/>
          </ac:spMkLst>
        </pc:spChg>
        <pc:spChg chg="add mod">
          <ac:chgData name="Naga Venkata Sasi Kumar Avala" userId="51ad0964f9c9ac42" providerId="LiveId" clId="{AF13C41C-89D5-4E9C-B406-90658D3829B4}" dt="2026-03-11T14:14:28.681" v="397" actId="255"/>
          <ac:spMkLst>
            <pc:docMk/>
            <pc:sldMk cId="111468193" sldId="263"/>
            <ac:spMk id="4" creationId="{46065B97-323F-AC30-36B3-F601E9380488}"/>
          </ac:spMkLst>
        </pc:spChg>
        <pc:spChg chg="add mod">
          <ac:chgData name="Naga Venkata Sasi Kumar Avala" userId="51ad0964f9c9ac42" providerId="LiveId" clId="{AF13C41C-89D5-4E9C-B406-90658D3829B4}" dt="2026-03-11T14:15:09.084" v="417" actId="20577"/>
          <ac:spMkLst>
            <pc:docMk/>
            <pc:sldMk cId="111468193" sldId="263"/>
            <ac:spMk id="5" creationId="{38BD8471-A6D1-2866-ECDA-030FDBA9AAFA}"/>
          </ac:spMkLst>
        </pc:spChg>
      </pc:sldChg>
      <pc:sldChg chg="add del">
        <pc:chgData name="Naga Venkata Sasi Kumar Avala" userId="51ad0964f9c9ac42" providerId="LiveId" clId="{AF13C41C-89D5-4E9C-B406-90658D3829B4}" dt="2026-03-11T13:28:24.367" v="15" actId="2890"/>
        <pc:sldMkLst>
          <pc:docMk/>
          <pc:sldMk cId="520469290" sldId="263"/>
        </pc:sldMkLst>
      </pc:sldChg>
      <pc:sldChg chg="add del">
        <pc:chgData name="Naga Venkata Sasi Kumar Avala" userId="51ad0964f9c9ac42" providerId="LiveId" clId="{AF13C41C-89D5-4E9C-B406-90658D3829B4}" dt="2026-03-11T13:28:24.143" v="14" actId="2890"/>
        <pc:sldMkLst>
          <pc:docMk/>
          <pc:sldMk cId="1900703307" sldId="264"/>
        </pc:sldMkLst>
      </pc:sldChg>
      <pc:sldChg chg="add del">
        <pc:chgData name="Naga Venkata Sasi Kumar Avala" userId="51ad0964f9c9ac42" providerId="LiveId" clId="{AF13C41C-89D5-4E9C-B406-90658D3829B4}" dt="2026-03-11T13:28:23.867" v="13" actId="2890"/>
        <pc:sldMkLst>
          <pc:docMk/>
          <pc:sldMk cId="3852075816" sldId="265"/>
        </pc:sldMkLst>
      </pc:sldChg>
      <pc:sldMasterChg chg="addSldLayout">
        <pc:chgData name="Naga Venkata Sasi Kumar Avala" userId="51ad0964f9c9ac42" providerId="LiveId" clId="{AF13C41C-89D5-4E9C-B406-90658D3829B4}" dt="2026-03-11T13:27:34.251" v="0" actId="680"/>
        <pc:sldMasterMkLst>
          <pc:docMk/>
          <pc:sldMasterMk cId="3579600914" sldId="2147483648"/>
        </pc:sldMasterMkLst>
        <pc:sldLayoutChg chg="add">
          <pc:chgData name="Naga Venkata Sasi Kumar Avala" userId="51ad0964f9c9ac42" providerId="LiveId" clId="{AF13C41C-89D5-4E9C-B406-90658D3829B4}" dt="2026-03-11T13:27:34.251" v="0" actId="680"/>
          <pc:sldLayoutMkLst>
            <pc:docMk/>
            <pc:sldMasterMk cId="3579600914" sldId="2147483648"/>
            <pc:sldLayoutMk cId="315674623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3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7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6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6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4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4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7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70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7708490" y="5872005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Karagana</a:t>
            </a:r>
            <a:r>
              <a:rPr lang="en-US" dirty="0"/>
              <a:t> Navya</a:t>
            </a:r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82</TotalTime>
  <Words>447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navyakaragana@outlook.com</cp:lastModifiedBy>
  <cp:revision>3</cp:revision>
  <dcterms:created xsi:type="dcterms:W3CDTF">2026-03-11T13:27:23Z</dcterms:created>
  <dcterms:modified xsi:type="dcterms:W3CDTF">2026-06-21T16:31:50Z</dcterms:modified>
</cp:coreProperties>
</file>